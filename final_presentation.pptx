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15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 will explain the project from the beginning. First I explain the data and the task, then I follow the project order: A1 baseline, Lecture 2 missing-modality idea, A2 SBNet, A3 translation pipeline, and finally the latest missing-face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model does not directly use raw video in the experiments. It uses feature vectors extracted from face and voice. The label is the speaker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P3 and P5 are normal full-input tests. P4 and P6 are missing-face tests. P6 is the hardest because it is both cross-lingual and missing modality.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baseline is strong because it keeps modality-specific processing. Face and voice are different, so using two branches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A1 was mainly about understanding the provided code, reproducing the baseline, and making sure the missing-face evaluation was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These numbers show that removing the face information hurts. The face branch adds useful identity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bridge from A1 to A2 and the final missing-face experiments. The goal is not only high accuracy with full data, but also robustness when one input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SBNet was our attempt to make the model more unified instead of relying on separate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SBNet showed that simplifying the architecture too much can hurt performance. Modality-specific branches are important for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A3 was a complete generation pipeline. The output was not only text translation; it produced a German audio-video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face identity was preserved very strongly. The audio changed more because it became synthetic German speech, but the classifier still predicted the correct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This experiment simulates missing face during training. The selected samples are not deleted; only their face features are zeroed. This teaches the model to use audio when face information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important columns are P4 and P6 because they test missing face. Higher missing-face training improves robustness, but very high ratios reduce normal full-face accuracy P3.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final contribution is the corrected class-balanced missing-face training. It keeps the dataset size fixed and teaches the model to rely on audio when the face modality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0972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607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</a:rPr>
              <a:t>PolySim 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205740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From data understanding to robust missing-face training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0" y="5074920"/>
            <a:ext cx="6675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Mohamed Kitaz &amp; Abdulaziz Kitaz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Johannes Kepler University Linz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1</a:t>
            </a:r>
            <a:endParaRPr lang="en-US" sz="85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5742432"/>
            <a:ext cx="6702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This presentation file was made by ChatGPT.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1. Data: what are we working with?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Each training sample represents one person using two modalities: face and voice.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563EB"/>
                </a:solidFill>
              </a:rPr>
              <a:t>Input sample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291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A short audio-visual segment from a known speaker.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48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91B2"/>
                </a:solidFill>
              </a:rPr>
              <a:t>Face modality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3291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A 512-dimensional FaceNet embedding describes the face.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924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A580C"/>
                </a:solidFill>
              </a:rPr>
              <a:t>Voice modality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9244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A 192-dimensional ECAPA-TDNN embedding describes the speech voice.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</a:rPr>
              <a:t>In our v3 setup: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241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• Training language: German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• Unseen test language: English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• Number of identities/classes: 36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• German training samples used later: 683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2. Evaluation task: predict the speaker identity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model must classify each sample into one of the known speaker classes.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6070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   Test language   Face input      What it means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       German          available       same-language multimodal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       German          missing/zero    same-language audio-only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       English         available       cross-lingual multimodal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P6        English         missing/zero    cross-lingual audio-only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</a:rPr>
              <a:t>Why P4 and P6 are important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0515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They simulate a realistic case where the face modality is not available. The model must still identify the person using the voice branch.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3. Baseline idea: two branches + fusion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>
                <a:solidFill>
                  <a:srgbClr val="3C3C3C"/>
                </a:solidFill>
              </a:rPr>
              <a:t>A simple flowchart of the original FOP baseline model.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4</a:t>
            </a:r>
            <a:endParaRPr lang="en-US" sz="8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645920" cy="685800"/>
          </a:xfrm>
          <a:prstGeom prst="roundRect">
            <a:avLst/>
          </a:prstGeom>
          <a:solidFill>
            <a:srgbClr val="DFECFA"/>
          </a:solidFill>
          <a:ln w="19050">
            <a:solidFill>
              <a:srgbClr val="789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212529"/>
                </a:solidFill>
              </a:rPr>
              <a:t>Face input</a:t>
            </a:r>
            <a:br>
              <a:rPr dirty="0"/>
            </a:br>
            <a:r>
              <a:rPr sz="1800" b="1" dirty="0">
                <a:solidFill>
                  <a:srgbClr val="212529"/>
                </a:solidFill>
              </a:rPr>
              <a:t>512-D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77540"/>
            <a:ext cx="1645920" cy="685800"/>
          </a:xfrm>
          <a:prstGeom prst="roundRect">
            <a:avLst/>
          </a:prstGeom>
          <a:solidFill>
            <a:srgbClr val="DFECFA"/>
          </a:solidFill>
          <a:ln w="19050">
            <a:solidFill>
              <a:srgbClr val="789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529"/>
                </a:solidFill>
              </a:rPr>
              <a:t>Voice input</a:t>
            </a:r>
            <a:br/>
            <a:r>
              <a:rPr sz="1800" b="1">
                <a:solidFill>
                  <a:srgbClr val="212529"/>
                </a:solidFill>
              </a:rPr>
              <a:t>192-D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37360"/>
            <a:ext cx="1828800" cy="82296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</a:rPr>
              <a:t>Face branch</a:t>
            </a:r>
            <a:br/>
            <a:r>
              <a:rPr sz="1600" b="1">
                <a:solidFill>
                  <a:srgbClr val="212529"/>
                </a:solidFill>
              </a:rPr>
              <a:t>(project + encode)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108960"/>
            <a:ext cx="1828800" cy="82296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12529"/>
                </a:solidFill>
              </a:rPr>
              <a:t>Voice branch</a:t>
            </a:r>
            <a:br/>
            <a:r>
              <a:rPr sz="1600" b="1">
                <a:solidFill>
                  <a:srgbClr val="212529"/>
                </a:solidFill>
              </a:rPr>
              <a:t>(project + encode)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331720"/>
            <a:ext cx="1737360" cy="914400"/>
          </a:xfrm>
          <a:prstGeom prst="roundRect">
            <a:avLst/>
          </a:prstGeom>
          <a:solidFill>
            <a:srgbClr val="CBE2F5"/>
          </a:solidFill>
          <a:ln w="19050">
            <a:solidFill>
              <a:srgbClr val="789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12529"/>
                </a:solidFill>
              </a:rPr>
              <a:t>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331720"/>
            <a:ext cx="1463040" cy="9144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12529"/>
                </a:solidFill>
              </a:rPr>
              <a:t>Classifier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58603" y="2331720"/>
            <a:ext cx="1352939" cy="914400"/>
          </a:xfrm>
          <a:prstGeom prst="roundRect">
            <a:avLst/>
          </a:prstGeom>
          <a:solidFill>
            <a:srgbClr val="CBE2F5"/>
          </a:solidFill>
          <a:ln w="19050">
            <a:solidFill>
              <a:srgbClr val="789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548235"/>
                </a:solidFill>
              </a:rPr>
              <a:t>Speaker</a:t>
            </a:r>
            <a:br>
              <a:rPr dirty="0"/>
            </a:br>
            <a:r>
              <a:rPr sz="1800" b="1" dirty="0">
                <a:solidFill>
                  <a:srgbClr val="548235"/>
                </a:solidFill>
              </a:rPr>
              <a:t>ID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468880" y="0"/>
            <a:ext cx="27432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468880" y="0"/>
            <a:ext cx="27432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0"/>
            <a:ext cx="22860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0"/>
            <a:ext cx="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00600" y="0"/>
            <a:ext cx="32004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0"/>
            <a:ext cx="22860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800600" y="0"/>
            <a:ext cx="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0"/>
            <a:ext cx="45720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0"/>
            <a:ext cx="365760" cy="0"/>
          </a:xfrm>
          <a:prstGeom prst="line">
            <a:avLst/>
          </a:prstGeom>
          <a:ln w="254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074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05050"/>
                </a:solidFill>
              </a:rPr>
              <a:t>Face and voice are processed separately first, then combined, and finally classified into one of 36 known speakers.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009E30-CB67-E8CE-1C97-D541E05341E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377440" y="2148840"/>
            <a:ext cx="365760" cy="2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6811B1-CB6A-E6E5-E5E3-49A25759D9B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379306" y="3520440"/>
            <a:ext cx="363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C5C583-E0AD-836D-3B3D-A5BAFC29576D}"/>
              </a:ext>
            </a:extLst>
          </p:cNvPr>
          <p:cNvCxnSpPr>
            <a:cxnSpLocks/>
          </p:cNvCxnSpPr>
          <p:nvPr/>
        </p:nvCxnSpPr>
        <p:spPr>
          <a:xfrm flipV="1">
            <a:off x="4553339" y="3006090"/>
            <a:ext cx="567301" cy="48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1190BE-52B5-88CB-04E5-DC7B6DADBE97}"/>
              </a:ext>
            </a:extLst>
          </p:cNvPr>
          <p:cNvCxnSpPr>
            <a:cxnSpLocks/>
          </p:cNvCxnSpPr>
          <p:nvPr/>
        </p:nvCxnSpPr>
        <p:spPr>
          <a:xfrm>
            <a:off x="4530323" y="2198448"/>
            <a:ext cx="590317" cy="39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EC098A-DFD2-D164-054D-C804E81CBAF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858000" y="278892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247CBB-7F3B-5AA0-BBF4-266194851BC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778240" y="2788920"/>
            <a:ext cx="580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4. Assignment 1: reproduce the baseline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 first made the provided repository run correctly and reproduced the main challenge results.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</a:rPr>
              <a:t>What we did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Ran the FOP baseline on the v3 split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Trained on German and tested on German + English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Compared alpha = 0.0 and alpha = 1.0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Corrected missing-face evaluation so face-zeroing was actually used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580C"/>
                </a:solidFill>
              </a:rPr>
              <a:t>Important setup note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We used pre-extracted embeddings, not raw images and raw audio. This made the project focus on fusion, classification, and missing-modality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5. A1 results: multimodal input is strongest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baseline performed best when both face and voice were available.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04241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   Description                         Accuracy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       German, face + audio                 93.86%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       German, audio only                   76.90%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       English, face + audio                91.38%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P6        English, audio only                  74.57%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</a:rPr>
              <a:t>Loss comparison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10424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0.0  →  seen 93.86%, unseen 91.38%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1.0  →  seen 89.77%, unseen 90.09%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596128"/>
            <a:ext cx="10424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Conclusion: we continued mainly with alpha = 0.0 because it gave the stronger reproduced baseline.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6. Next motivation: missing modality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After the baseline, the course moved to robustness when one modality is missing.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580C"/>
                </a:solidFill>
              </a:rPr>
              <a:t>The problem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In real applications, the model may not receive both modalities. The camera may fail, the face may be hidden, or the visual stream may be unavailable.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</a:rPr>
              <a:t>The research question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</a:rPr>
              <a:t>Can we design or train a model that still works well when the face modality is missing?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This connects directly to P4 and P6.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7. Assignment 2: Single-Branch Network (SBNet)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 tried to replace the two-branch baseline with one shared branch.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C3AED"/>
                </a:solidFill>
              </a:rPr>
              <a:t>What changed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4241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Removed separate face and voice branches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Projected face and audio into a common embedding space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Used one shared network for both modalities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Processed each batch twice: audio-only and face-only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</a:rPr>
              <a:t>Why we tried this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407408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A shared branch could possibly learn a more modality-independent representation and handle missing inputs better.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8. A2 results: SBNet was weaker than baseline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single-branch idea worked technically, but did not outperform the original two-branch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101498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                 Baseline    SBNet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Seen, 0% missing         93.86%     52.63%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Seen, 100% missing       76.90%     62.57%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Unseen, 0% missing       91.38%     26.72%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Unseen, 100% missing     74.57%     46.98%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</a:rPr>
              <a:t>Main interpretation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10332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The original two-branch baseline was better because face and voice need modality-specific processing before fusion. The shared branch was not enough to capture both modalities well.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9. Assignment 3: spoken-video translation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 moved from classification to generating a translated lip-synced video.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A34A"/>
                </a:solidFill>
              </a:rPr>
              <a:t>Pipeline flow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English video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extract audio with FFmpeg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transcribe with Whisper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translate English to German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generate German speech with XTTS voice cloning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match audio length to 91.36 seconds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create lip-synced video with Wav2Lip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Output: a German video with synchronized lips and preserved speaker identity cues.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10. A3 results: the generated sample stayed recognizable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 evaluated whether the generated German sample still looked and sounded like the same identity.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5156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comparison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 similarity  (ECAPA-TDNN)   0.6962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similarity (FaceNet)      0.9805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check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English:  true 0, predicted 0, confidence 0.9999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German:  true 0, predicted 0, confidence 0.9541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sample confidence margin: 0.9119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A580C"/>
                </a:solidFill>
              </a:rPr>
              <a:t>Synthetic data analysis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To balance the training set to 50 samples per identity, 708 synthetic samples would be needed.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700" b="1" dirty="0"/>
              <a:t>11. Latest work: class-balanced missing-face training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>
                <a:solidFill>
                  <a:srgbClr val="3C3C3C"/>
                </a:solidFill>
              </a:rPr>
              <a:t>We trained the model with controlled missing-face examples while keeping all training samples.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000" b="1"/>
              <a:t>Main idea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2412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1800" dirty="0">
                <a:solidFill>
                  <a:srgbClr val="212529"/>
                </a:solidFill>
              </a:rPr>
              <a:t>Do not delete selected samples. Instead, replace only their face vector with zeros and keep the original audio and label.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000" b="1"/>
              <a:t>Implemented procedure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10332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800" dirty="0">
                <a:solidFill>
                  <a:srgbClr val="212529"/>
                </a:solidFill>
              </a:rPr>
              <a:t>• For each class separately, select the requested percentage</a:t>
            </a:r>
          </a:p>
          <a:p>
            <a:r>
              <a:rPr sz="1800" dirty="0">
                <a:solidFill>
                  <a:srgbClr val="212529"/>
                </a:solidFill>
              </a:rPr>
              <a:t>• Replace the selected face vectors with zeros</a:t>
            </a:r>
          </a:p>
          <a:p>
            <a:r>
              <a:rPr sz="1800" dirty="0">
                <a:solidFill>
                  <a:srgbClr val="212529"/>
                </a:solidFill>
              </a:rPr>
              <a:t>• Keep the audio vector and the same speaker label</a:t>
            </a:r>
          </a:p>
          <a:p>
            <a:r>
              <a:rPr sz="1800" dirty="0">
                <a:solidFill>
                  <a:srgbClr val="212529"/>
                </a:solidFill>
              </a:rPr>
              <a:t>• Keep all selected samples inside the training set</a:t>
            </a:r>
          </a:p>
          <a:p>
            <a:r>
              <a:rPr sz="1800" dirty="0">
                <a:solidFill>
                  <a:srgbClr val="212529"/>
                </a:solidFill>
              </a:rPr>
              <a:t>• Dataset size stays 683 samples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sz="1600">
                <a:solidFill>
                  <a:srgbClr val="505050"/>
                </a:solidFill>
              </a:rPr>
              <a:t>Example: if one class has 10 samples and we train with 20% missing face, 2 face vectors are zeroed, but all 10 samples remain in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12. Latest results: robustness improved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 trained with different percentages of zero-face samples and evaluated P3–P6.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1106424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missing    Zeroed    P3 full   P4 face=0   P5 full   P6 face=0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               0        97.66     74.85       96.12     73.71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               35       92.69     77.78       97.84     82.76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              68       91.23     81.58       96.55     88.36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              102      88.89     80.70       97.84     84.91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              136      92.11     79.53       96.98     85.78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             351      85.38     83.33       95.69     92.24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             547      83.92     85.09       94.83     95.26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</a:rPr>
              <a:t>Key observation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F172A"/>
                </a:solidFill>
              </a:rPr>
              <a:t>P6 increased from 73.71% at 0% training missing face to 95.26% at 80%. This shows a strong robustness gain when the face modality is missing.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13. Final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project progressed from reproduction to architecture testing, generation, and robustness training.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PolySim Project · 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</a:rPr>
              <a:t>What we learned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The two-branch FOP baseline is strong for face + voice speaker identification.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Missing face clearly hurts if the model is not trained for it.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SBNet was simpler, but weaker than the original baseline.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The A3 pipeline can generate a translated lip-synced sample that remains identifiable.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F172A"/>
                </a:solidFill>
              </a:rPr>
              <a:t>• Class-balanced zero-face training greatly improves robustness when face is missing.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A34A"/>
                </a:solidFill>
              </a:rPr>
              <a:t>Simple final sentence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321808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We made the model more robust by keeping all samples in the dataset and replacing selected face features with zeros during training. But the accuracy was </a:t>
            </a:r>
            <a:r>
              <a:rPr lang="en-US" sz="2000" b="1">
                <a:solidFill>
                  <a:srgbClr val="0F172A"/>
                </a:solidFill>
              </a:rPr>
              <a:t>not improved.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1720</Words>
  <Application>Microsoft Office PowerPoint</Application>
  <PresentationFormat>Widescreen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JKU Linz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PolySim Project</dc:title>
  <dc:subject>PolySim project presentation</dc:subject>
  <dc:creator>Mohamed Kitaz &amp; Abdulaziz Kitaz</dc:creator>
  <cp:lastModifiedBy>Abdulaziz Yaser</cp:lastModifiedBy>
  <cp:revision>3</cp:revision>
  <dcterms:created xsi:type="dcterms:W3CDTF">2026-07-05T12:33:20Z</dcterms:created>
  <dcterms:modified xsi:type="dcterms:W3CDTF">2026-07-06T19:55:24Z</dcterms:modified>
</cp:coreProperties>
</file>